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8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0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5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8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11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8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818" y="2106273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Title: ONLINE FOOD QUIZ SYSTEM</a:t>
            </a:r>
          </a:p>
          <a:p>
            <a:pPr>
              <a:defRPr sz="1800"/>
            </a:pPr>
            <a:r>
              <a:rPr lang="en-US" dirty="0"/>
              <a:t>Course: Mini Project</a:t>
            </a:r>
          </a:p>
          <a:p>
            <a:pPr>
              <a:defRPr sz="1800"/>
            </a:pPr>
            <a:r>
              <a:rPr lang="en-US" dirty="0"/>
              <a:t>Student Name &amp; Roll No: SANJANA S</a:t>
            </a:r>
          </a:p>
          <a:p>
            <a:pPr>
              <a:defRPr sz="1800"/>
            </a:pPr>
            <a:r>
              <a:rPr lang="en-US" dirty="0"/>
              <a:t>Department: Computer Science I’C’</a:t>
            </a:r>
          </a:p>
          <a:p>
            <a:pPr>
              <a:defRPr sz="1800"/>
            </a:pPr>
            <a:r>
              <a:rPr lang="en-US" dirty="0"/>
              <a:t>Mentor / </a:t>
            </a:r>
            <a:r>
              <a:rPr lang="en-US" dirty="0" err="1"/>
              <a:t>Guide:Mrs</a:t>
            </a:r>
            <a:r>
              <a:rPr lang="en-US" dirty="0"/>
              <a:t> Selvi /</a:t>
            </a:r>
            <a:r>
              <a:rPr lang="en-US" dirty="0" err="1"/>
              <a:t>Mr</a:t>
            </a:r>
            <a:r>
              <a:rPr lang="en-US" dirty="0"/>
              <a:t> Mosses John Prakash</a:t>
            </a:r>
          </a:p>
        </p:txBody>
      </p:sp>
      <p:pic>
        <p:nvPicPr>
          <p:cNvPr id="6" name="Picture 5" descr="A blue and red logo&#10;&#10;AI-generated content may be incorrect.">
            <a:extLst>
              <a:ext uri="{FF2B5EF4-FFF2-40B4-BE49-F238E27FC236}">
                <a16:creationId xmlns:a16="http://schemas.microsoft.com/office/drawing/2014/main" id="{CFCEF9D9-CB8C-30E2-433C-84A56344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8" y="233332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Introduction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/>
              <a:t>The Online Food Quiz System is a web-based interactive platform designed to test and enhance users' knowledge about food, nutrition, cuisines, and culinary culture. It offers a fun and educational experience through multiple-choice quizzes, trivia games, and timed challenges.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 descr="A blue and red logo&#10;&#10;AI-generated content may be incorrect.">
            <a:extLst>
              <a:ext uri="{FF2B5EF4-FFF2-40B4-BE49-F238E27FC236}">
                <a16:creationId xmlns:a16="http://schemas.microsoft.com/office/drawing/2014/main" id="{CC3D9CA3-1C18-BE92-3737-94A9D535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C85FF5D-CD2F-4426-529F-5CEF3A9FD067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F433-401B-D19E-FB5A-E197117D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1B03C-4C13-6DD1-094D-6BE9E2A0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8742-D328-4818-FAD9-B1FF9CFE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Main goals of the project: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• To design and implement a C-based program to automate tasks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• To apply core programming logic and modular design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• To demonstrate problem-solving and analytical skills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7D9D67E-2EDD-AD2F-274D-985229C8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AE0C31-BF7B-5210-89F6-48385C0AA50D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1419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5187" y="704748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C193C4A9-4685-FBDF-1F44-578A1FDC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D31F9-3AA8-3431-1E27-0DB06F2FF46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1C03146-E644-6346-07E0-4F1AB61297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7140" y="1454556"/>
            <a:ext cx="7923212" cy="355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lack variety, personalization, and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content and poor user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 offers dynamic questions, instant feedback, and progress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Requirements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IN" sz="1500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Hardware Requirements:</a:t>
            </a: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• Processor: Intel i3 or higher</a:t>
            </a: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• RAM: 4 GB minimum</a:t>
            </a: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• Storage: 500 MB free space</a:t>
            </a:r>
          </a:p>
          <a:p>
            <a:pPr>
              <a:defRPr sz="1800"/>
            </a:pPr>
            <a:endParaRPr lang="en-IN" sz="1500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Software Requirements:</a:t>
            </a: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• OS: Windows / Linux</a:t>
            </a:r>
          </a:p>
          <a:p>
            <a:pPr>
              <a:defRPr sz="1800"/>
            </a:pPr>
            <a:r>
              <a:rPr lang="en-IN" sz="1500" dirty="0">
                <a:solidFill>
                  <a:srgbClr val="FFFFFF"/>
                </a:solidFill>
              </a:rPr>
              <a:t>• Compiler: GCC / Turbo C / Code::Blocks / Dev C++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1392A1EC-4E19-57D7-4947-D0EB722C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CBAC279-35D5-0BBE-450A-E804D915FEFC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5654E17-9978-B47B-C4A4-11E19DF18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834A6CB-2902-1EAD-EE4C-87042FE7122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DE3B719-47AC-F712-91A0-381FB6F9DC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9158" y="2449498"/>
            <a:ext cx="74293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Login → Select Quiz → Answer Questions → Show Score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Flowchart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D1F5E1-7195-8269-9C19-87D4E074C4C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19484" y="3257294"/>
            <a:ext cx="5020146" cy="22367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5187" y="654831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Module Description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BC93063-3800-2D2B-245E-10A062F94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7D6C3E7-2815-9A3E-AF80-69072763500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A33E562-3678-2842-E81A-1FCBF81F4D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2296" y="2176168"/>
            <a:ext cx="817060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Module: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the user to select a quiz category and input answers to questions.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Module: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the user's responses, calculates the score, and determines correctness.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Module: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feedback for each question, shows the final score, and provides learning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Module: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user scores, quiz history, and retrieves past performance for progress tracking.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Algorithm / Flowchart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B63DBD0D-A3B9-4586-842A-0AD3CC63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C3777D-C970-10FF-538B-C6E68751B24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7296BB-5156-266D-9416-31AA2108D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184" y="2285148"/>
            <a:ext cx="3156775" cy="390443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166" y="228803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796703C0-6481-F787-9366-DCA16D889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E64EB39-C404-5106-DC17-E1DDC0804416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82B1183-9893-58AB-A9D8-25A0CFBE3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747" y="2776400"/>
            <a:ext cx="510595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 and Conditional Statements: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navigate questions and evaluate answers.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and Arrays: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design for quiz logic and storing questions.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Handling: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fopen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fclose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fprintf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fscanf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to save and retrieve scores.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snipper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CA6EDA-D941-F906-4746-507C52A0A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166" y="4745424"/>
            <a:ext cx="6182588" cy="132416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50647-A251-4298-26E0-534DB648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B9B11E-A2E2-FE87-F041-610DA6B7E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959830-F1FA-F326-E018-96427F302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88867-86F0-1200-7E75-FE3120C2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SAMPLE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DC0F2-0F12-6A99-29A7-B73F5670F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DD5FF2-5632-16E0-EE1F-4DF416AB3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8F779-C44F-B3D0-2911-4DE789635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0166" y="228803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B0AEEDB7-3421-4CE6-46E7-7143E860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2E9C249-5083-6797-8A2E-8DB382358965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1B2624-0D5D-14CC-E0A2-AF5BE27AA0F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20166" y="1943924"/>
            <a:ext cx="7080180" cy="442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23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Output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071806B7-3E64-159A-B881-802C2EF8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B2CC93-C258-759E-E047-A48BF6F3EE88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35E4A-5DA6-FEE3-2A49-AE392D8B01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19600" y="2191376"/>
            <a:ext cx="3735070" cy="417417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Results &amp; 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BE39648-BA08-EA97-64BF-0F8447EB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FBD865B-42DD-1676-B9A1-0990F2FBB94B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36DAC25-B301-659F-669C-BAB1A2D197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9170" y="2099266"/>
            <a:ext cx="715687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Outputs: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displays quiz questions, evaluates answers, and shows final scores with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with Expected Results: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matches the intended logic and scoring criteria, confirming correct implementation of quiz flow.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and Performance Observations: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performs reliably with accurate answer evaluation and efficient file handling for score storage.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 &amp; Resolutions: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Faced issues with randomizing questions and managing file access. Resolved by modularizing code and using proper file handling techniques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 &amp; Future Enhancement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sz="1500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Conclusion:</a:t>
            </a: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• Project achieved intended objectives</a:t>
            </a: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• Improved understanding of C concepts and system design</a:t>
            </a:r>
          </a:p>
          <a:p>
            <a:pPr>
              <a:defRPr sz="1800"/>
            </a:pPr>
            <a:endParaRPr lang="en-US" sz="1500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Future Enhancements:</a:t>
            </a: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• Add GUI support</a:t>
            </a: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• Integrate with database</a:t>
            </a:r>
          </a:p>
          <a:p>
            <a:pPr>
              <a:defRPr sz="1800"/>
            </a:pPr>
            <a:r>
              <a:rPr lang="en-US" sz="1500" dirty="0">
                <a:solidFill>
                  <a:srgbClr val="FFFFFF"/>
                </a:solidFill>
              </a:rPr>
              <a:t>• Extend functionality for scalability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E33C33AE-CEF9-0AF8-7898-A9FC7E41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C083346-2093-66D1-1B34-0DA04F8577E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 / Acknowledgement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References: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Let Us C – Yashavant Kanetkar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C Programming – E. Balagurusamy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Online resources and documentation</a:t>
            </a:r>
          </a:p>
          <a:p>
            <a:pPr>
              <a:defRPr sz="1800"/>
            </a:pPr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Acknowledgement: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Express gratitude to mentor, department, and team members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A8F9C778-C564-0AE5-96C4-4F5B80AF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34B797E-1E27-7D7C-ACA9-939E1194A594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D4A79B-06B2-4FE7-9CF6-54D940A8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FA14D-8E4F-42D4-B5A0-9588A6A45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5" y="321731"/>
            <a:ext cx="11551187" cy="6214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9" y="585216"/>
            <a:ext cx="10329671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0B2B88-1A1B-486B-9366-918FE2E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10329671" cy="3862971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b="1" dirty="0"/>
              <a:t>Closing Remark / Project Motto:</a:t>
            </a:r>
            <a:br>
              <a:rPr lang="en-US" b="1" dirty="0"/>
            </a:br>
            <a:r>
              <a:rPr lang="en-US" b="1" i="1" dirty="0"/>
              <a:t>"Eat smart, learn fast — one quiz at a time!"</a:t>
            </a:r>
            <a:endParaRPr lang="en-US" b="1" dirty="0"/>
          </a:p>
          <a:p>
            <a:r>
              <a:rPr lang="en-US" b="1" dirty="0"/>
              <a:t>Questions &amp; Discussions:</a:t>
            </a:r>
            <a:br>
              <a:rPr lang="en-US" b="1" dirty="0"/>
            </a:br>
            <a:r>
              <a:rPr lang="en-US" b="1" dirty="0"/>
              <a:t>We welcome your feedback and are happy to answer any questions.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407</TotalTime>
  <Words>609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Unicode MS</vt:lpstr>
      <vt:lpstr>Tw Cen MT</vt:lpstr>
      <vt:lpstr>Tw Cen MT Condensed</vt:lpstr>
      <vt:lpstr>Wingdings 3</vt:lpstr>
      <vt:lpstr>Integral</vt:lpstr>
      <vt:lpstr>C Programming Project Presentation</vt:lpstr>
      <vt:lpstr>Introduction</vt:lpstr>
      <vt:lpstr>Objective</vt:lpstr>
      <vt:lpstr>Problem Statement</vt:lpstr>
      <vt:lpstr>System Requirements</vt:lpstr>
      <vt:lpstr>System Design</vt:lpstr>
      <vt:lpstr>Module Description</vt:lpstr>
      <vt:lpstr>Algorithm / Flowchart</vt:lpstr>
      <vt:lpstr>Implementation</vt:lpstr>
      <vt:lpstr>SAMPLE CODE</vt:lpstr>
      <vt:lpstr>Output Screens</vt:lpstr>
      <vt:lpstr>Results &amp; Discussion</vt:lpstr>
      <vt:lpstr>Conclusion &amp; Future Enhancement</vt:lpstr>
      <vt:lpstr>References / Acknowledgement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Mahalakshmi A</dc:creator>
  <cp:keywords/>
  <dc:description>generated using python-pptx</dc:description>
  <cp:lastModifiedBy>Mahalakshmi A</cp:lastModifiedBy>
  <cp:revision>3</cp:revision>
  <dcterms:created xsi:type="dcterms:W3CDTF">2013-01-27T09:14:16Z</dcterms:created>
  <dcterms:modified xsi:type="dcterms:W3CDTF">2025-11-04T18:26:44Z</dcterms:modified>
  <cp:category/>
</cp:coreProperties>
</file>